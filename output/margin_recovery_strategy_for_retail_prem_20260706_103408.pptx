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Margin erosion of 12% in the core tier due to aggressive competitor pricing and customer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(chart1)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(chart2)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Left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49%  —  Conversion rate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Right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step5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step6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step7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step8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Conversion rate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(chart_panel)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Focusing on customer churn reduction.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Optimizing pricing tier models.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Upgrading partner sales networks.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Automating client onboarding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(chart_panel1)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(chart_panel2)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Strategic Resource Allocations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37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6744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Customer Retention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Premium Tier Feature Expansion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Channel Partner Referral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Sales Team Direct Enablement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+5% scale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609272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Marketing and retention account for 68% of initial resource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